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36979-EDF3-C142-B9B1-80331CE24D5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0050F-50D9-194D-9823-0AE34EFAB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7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011680" cy="2011680"/>
          </a:xfrm>
          <a:prstGeom prst="ellipse">
            <a:avLst/>
          </a:prstGeom>
          <a:solidFill>
            <a:srgbClr val="F4B8A0">
              <a:alpha val="85000"/>
            </a:srgbClr>
          </a:solidFill>
          <a:ln w="12700">
            <a:solidFill>
              <a:srgbClr val="F4B8A0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737360"/>
            <a:ext cx="1554480" cy="1554480"/>
          </a:xfrm>
          <a:prstGeom prst="ellipse">
            <a:avLst/>
          </a:prstGeom>
          <a:solidFill>
            <a:srgbClr val="BFE3D4">
              <a:alpha val="85000"/>
            </a:srgbClr>
          </a:solidFill>
          <a:ln w="12700">
            <a:solidFill>
              <a:srgbClr val="BFE3D4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2468880"/>
            <a:ext cx="2194560" cy="2194560"/>
          </a:xfrm>
          <a:prstGeom prst="ellipse">
            <a:avLst/>
          </a:prstGeom>
          <a:solidFill>
            <a:srgbClr val="D9D4F2">
              <a:alpha val="85000"/>
            </a:srgbClr>
          </a:solidFill>
          <a:ln w="12700">
            <a:solidFill>
              <a:srgbClr val="D9D4F2">
                <a:alpha val="8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· BCA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Language Translator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ASL alphabet recognition using a webcam, MediaPipe and a neural network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Shraddha Pyakurel &amp; Milan Bohara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Sulav Shrestha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International College · Tribhuvan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communication barriers persist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F4B8A0"/>
          </a:solidFill>
          <a:ln w="12700">
            <a:solidFill>
              <a:srgbClr val="F4B8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1.5B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live with some hearing loss (WHO)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554480"/>
            <a:ext cx="365760" cy="365760"/>
          </a:xfrm>
          <a:prstGeom prst="ellipse">
            <a:avLst/>
          </a:prstGeom>
          <a:solidFill>
            <a:srgbClr val="BFE3D4"/>
          </a:solidFill>
          <a:ln w="12700">
            <a:solidFill>
              <a:srgbClr val="BFE3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disabling hearing loss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554480"/>
            <a:ext cx="365760" cy="365760"/>
          </a:xfrm>
          <a:prstGeom prst="ellipse">
            <a:avLst/>
          </a:prstGeom>
          <a:solidFill>
            <a:srgbClr val="D9D4F2"/>
          </a:solidFill>
          <a:ln w="12700">
            <a:solidFill>
              <a:srgbClr val="D9D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Interpreters are few and expensive; pen-and-paper is slow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simple, low-cost way to reduce this communication barrier.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F4B8A0"/>
          </a:solidFill>
          <a:ln w="12700">
            <a:solidFill>
              <a:srgbClr val="F4B8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need for an interpreter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645920"/>
            <a:ext cx="640080" cy="640080"/>
          </a:xfrm>
          <a:prstGeom prst="ellipse">
            <a:avLst/>
          </a:prstGeom>
          <a:solidFill>
            <a:srgbClr val="BFE3D4"/>
          </a:solidFill>
          <a:ln w="12700">
            <a:solidFill>
              <a:srgbClr val="BFE3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communication easier through a sign-to-text system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645920"/>
            <a:ext cx="640080" cy="640080"/>
          </a:xfrm>
          <a:prstGeom prst="ellipse">
            <a:avLst/>
          </a:prstGeom>
          <a:solidFill>
            <a:srgbClr val="D9D4F2"/>
          </a:solidFill>
          <a:ln w="12700">
            <a:solidFill>
              <a:srgbClr val="D9D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record and label new gestures to add more signs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560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F4B8A0"/>
          </a:solidFill>
          <a:ln w="12700">
            <a:solidFill>
              <a:srgbClr val="F4B8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frames; hand kept inside a box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25980" y="1371600"/>
            <a:ext cx="1554480" cy="2560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08860" y="1554480"/>
            <a:ext cx="457200" cy="457200"/>
          </a:xfrm>
          <a:prstGeom prst="ellipse">
            <a:avLst/>
          </a:prstGeom>
          <a:solidFill>
            <a:srgbClr val="BFE3D4"/>
          </a:solidFill>
          <a:ln w="12700">
            <a:solidFill>
              <a:srgbClr val="BFE3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088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0886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30886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finds 21 hand landmarks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94760" y="1371600"/>
            <a:ext cx="1554480" cy="2560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77640" y="1554480"/>
            <a:ext cx="457200" cy="457200"/>
          </a:xfrm>
          <a:prstGeom prst="ellipse">
            <a:avLst/>
          </a:prstGeom>
          <a:solidFill>
            <a:srgbClr val="D9D4F2"/>
          </a:solidFill>
          <a:ln w="12700">
            <a:solidFill>
              <a:srgbClr val="D9D4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77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become NumPy arrays and are split for training and testing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63540" y="1371600"/>
            <a:ext cx="1554480" cy="2560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46420" y="1554480"/>
            <a:ext cx="457200" cy="457200"/>
          </a:xfrm>
          <a:prstGeom prst="ellipse">
            <a:avLst/>
          </a:prstGeom>
          <a:solidFill>
            <a:srgbClr val="F4B8A0"/>
          </a:solidFill>
          <a:ln w="12700">
            <a:solidFill>
              <a:srgbClr val="F4B8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464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4642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4642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Keras neural network learns letters A to Z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0" y="1371600"/>
            <a:ext cx="1554480" cy="2560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0" y="1554480"/>
            <a:ext cx="457200" cy="457200"/>
          </a:xfrm>
          <a:prstGeom prst="ellipse">
            <a:avLst/>
          </a:prstGeom>
          <a:solidFill>
            <a:srgbClr val="BFE3D4"/>
          </a:solidFill>
          <a:ln w="12700">
            <a:solidFill>
              <a:srgbClr val="BFE3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60604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and confidence shown live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Waterfall model: requirements, design, implementation, testing, maintenance.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main language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OpenCV: video capture and display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MediaPipe: hand landmarks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array handling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Keras: neural network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C: shown with 99.93% confidence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V: shown with 100% confidence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B: shown with 99.9996% confidence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 in box: shows “–”, no crash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4167"/>
            </a:avLst>
          </a:prstGeom>
          <a:solidFill>
            <a:srgbClr val="E3F4EC"/>
          </a:solidFill>
          <a:ln w="12700">
            <a:solidFill>
              <a:srgbClr val="E3F4EC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4167"/>
            </a:avLst>
          </a:prstGeom>
          <a:solidFill>
            <a:srgbClr val="FCE9E1"/>
          </a:solidFill>
          <a:ln w="12700">
            <a:solidFill>
              <a:srgbClr val="FCE9E1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ASL alphabet more easily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in schools, workplaces and public places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add their own signs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A–Z and only ASL; no words or sentences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must provide the dataset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must stay inside the box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 low light or with a hidden hand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Similar-looking signs may be confused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8890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ASL letters A–Z from a webcam in real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them as text, with no external help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in good light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and sentences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Nepali Sign Language and more signs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calls with text-to-speech and subtitles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Translator</dc:title>
  <dc:subject>PptxGenJS Presentation</dc:subject>
  <dc:creator>PptxGenJS</dc:creator>
  <cp:lastModifiedBy>Shraddha Pyakurel</cp:lastModifiedBy>
  <cp:revision>2</cp:revision>
  <dcterms:created xsi:type="dcterms:W3CDTF">2026-10-06T13:40:02Z</dcterms:created>
  <dcterms:modified xsi:type="dcterms:W3CDTF">2026-10-06T14:29:38Z</dcterms:modified>
</cp:coreProperties>
</file>